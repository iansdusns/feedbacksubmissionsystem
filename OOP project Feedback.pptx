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69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90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41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41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97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97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9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6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64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3791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48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398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08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809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0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67F9D-601B-4E44-9514-80AB328EFE55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7EA09A-4E0A-4662-BE1C-753E3BFC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30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Feedback Submission System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 project made by </a:t>
            </a:r>
            <a:r>
              <a:rPr lang="en-US" dirty="0" err="1" smtClean="0"/>
              <a:t>Aruuke</a:t>
            </a:r>
            <a:r>
              <a:rPr lang="en-US" dirty="0" smtClean="0"/>
              <a:t> </a:t>
            </a:r>
            <a:r>
              <a:rPr lang="en-US" dirty="0" err="1" smtClean="0"/>
              <a:t>Kenzhalieva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64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The main purpose of this project is to manage user feedback efficiently.</a:t>
            </a:r>
          </a:p>
          <a:p>
            <a:pPr marL="0" indent="0">
              <a:buNone/>
            </a:pPr>
            <a:r>
              <a:rPr lang="en-US" dirty="0" smtClean="0"/>
              <a:t>      The system supports:</a:t>
            </a:r>
          </a:p>
          <a:p>
            <a:r>
              <a:rPr lang="en-US" dirty="0" smtClean="0"/>
              <a:t>Adding feedback </a:t>
            </a:r>
          </a:p>
          <a:p>
            <a:r>
              <a:rPr lang="en-US" dirty="0" smtClean="0"/>
              <a:t>Viewing feedback list </a:t>
            </a:r>
          </a:p>
          <a:p>
            <a:r>
              <a:rPr lang="en-US" dirty="0" smtClean="0"/>
              <a:t>Updating feedback </a:t>
            </a:r>
          </a:p>
          <a:p>
            <a:r>
              <a:rPr lang="en-US" dirty="0" smtClean="0"/>
              <a:t>Deleting feedback </a:t>
            </a:r>
          </a:p>
          <a:p>
            <a:pPr marL="0" indent="0">
              <a:buNone/>
            </a:pPr>
            <a:r>
              <a:rPr lang="en-US" dirty="0" smtClean="0"/>
              <a:t>     All data is stored in a CSV file to ensure persistence even after program restart.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50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&amp; Structure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The project is divided into packages:</a:t>
            </a:r>
          </a:p>
          <a:p>
            <a:r>
              <a:rPr lang="en-US" b="1" dirty="0" smtClean="0"/>
              <a:t>model</a:t>
            </a:r>
            <a:r>
              <a:rPr lang="en-US" dirty="0" smtClean="0"/>
              <a:t> - Feedback class (data structure) </a:t>
            </a:r>
          </a:p>
          <a:p>
            <a:r>
              <a:rPr lang="en-US" b="1" dirty="0" smtClean="0"/>
              <a:t>service</a:t>
            </a:r>
            <a:r>
              <a:rPr lang="en-US" dirty="0" smtClean="0"/>
              <a:t> - business logic (add, update, delete) </a:t>
            </a:r>
          </a:p>
          <a:p>
            <a:r>
              <a:rPr lang="en-US" b="1" dirty="0" err="1" smtClean="0"/>
              <a:t>util</a:t>
            </a:r>
            <a:r>
              <a:rPr lang="en-US" dirty="0" smtClean="0"/>
              <a:t> - file handling (CSV read/write) </a:t>
            </a:r>
          </a:p>
          <a:p>
            <a:r>
              <a:rPr lang="en-US" b="1" dirty="0" smtClean="0"/>
              <a:t>main</a:t>
            </a:r>
            <a:r>
              <a:rPr lang="en-US" dirty="0" smtClean="0"/>
              <a:t> - user interface (menu system)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352" y="320842"/>
            <a:ext cx="5867406" cy="6396056"/>
          </a:xfrm>
        </p:spPr>
      </p:pic>
    </p:spTree>
    <p:extLst>
      <p:ext uri="{BB962C8B-B14F-4D97-AF65-F5344CB8AC3E}">
        <p14:creationId xmlns:p14="http://schemas.microsoft.com/office/powerpoint/2010/main" val="221539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Structures &amp; File Handling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The project uses:</a:t>
            </a:r>
          </a:p>
          <a:p>
            <a:r>
              <a:rPr lang="en-US" dirty="0" err="1" smtClean="0"/>
              <a:t>ArrayList</a:t>
            </a:r>
            <a:r>
              <a:rPr lang="en-US" dirty="0" smtClean="0"/>
              <a:t> → to store feedback in memory </a:t>
            </a:r>
          </a:p>
          <a:p>
            <a:r>
              <a:rPr lang="en-US" dirty="0" smtClean="0"/>
              <a:t>CSV file → to store data permanently </a:t>
            </a:r>
          </a:p>
          <a:p>
            <a:pPr marL="0" indent="0">
              <a:buNone/>
            </a:pPr>
            <a:r>
              <a:rPr lang="en-US" dirty="0" smtClean="0"/>
              <a:t>    Algorithm flow:</a:t>
            </a:r>
          </a:p>
          <a:p>
            <a:pPr marL="0" indent="0">
              <a:buNone/>
            </a:pPr>
            <a:r>
              <a:rPr lang="en-US" dirty="0" smtClean="0"/>
              <a:t>1.Load data from CSV </a:t>
            </a:r>
          </a:p>
          <a:p>
            <a:pPr marL="0" indent="0">
              <a:buNone/>
            </a:pPr>
            <a:r>
              <a:rPr lang="en-US" dirty="0" smtClean="0"/>
              <a:t>2.Store in </a:t>
            </a:r>
            <a:r>
              <a:rPr lang="en-US" dirty="0" err="1" smtClean="0"/>
              <a:t>ArrayList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3.Perform operations (CRUD) </a:t>
            </a:r>
          </a:p>
          <a:p>
            <a:pPr marL="0" indent="0">
              <a:buNone/>
            </a:pPr>
            <a:r>
              <a:rPr lang="en-US" dirty="0" smtClean="0"/>
              <a:t>4.Save back to CSV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94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Functionality Demonstration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During execution, the user can:</a:t>
            </a:r>
          </a:p>
          <a:p>
            <a:r>
              <a:rPr lang="en-US" dirty="0" smtClean="0"/>
              <a:t>Add feedback (name + message) </a:t>
            </a:r>
          </a:p>
          <a:p>
            <a:r>
              <a:rPr lang="en-US" dirty="0" smtClean="0"/>
              <a:t>View all feedback entries </a:t>
            </a:r>
          </a:p>
          <a:p>
            <a:r>
              <a:rPr lang="en-US" dirty="0" smtClean="0"/>
              <a:t>Update existing feedback </a:t>
            </a:r>
          </a:p>
          <a:p>
            <a:r>
              <a:rPr lang="en-US" dirty="0" smtClean="0"/>
              <a:t>Delete feedback by index    Example input is in the screenshot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16379" y="1299411"/>
            <a:ext cx="7010399" cy="54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the feedback.csv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60" y="1690688"/>
            <a:ext cx="1037843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9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63040" y="1152842"/>
            <a:ext cx="9159240" cy="2870517"/>
          </a:xfrm>
        </p:spPr>
        <p:txBody>
          <a:bodyPr/>
          <a:lstStyle/>
          <a:p>
            <a:r>
              <a:rPr lang="en-US" b="1" dirty="0"/>
              <a:t>Thank you for your </a:t>
            </a:r>
            <a:r>
              <a:rPr lang="en-US" b="1" dirty="0" smtClean="0"/>
              <a:t>attention</a:t>
            </a:r>
            <a:r>
              <a:rPr lang="ru-RU" b="1" dirty="0" smtClean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714247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189</Words>
  <Application>Microsoft Office PowerPoint</Application>
  <PresentationFormat>Широкоэкранный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Feedback Submission System</vt:lpstr>
      <vt:lpstr>Project Overview</vt:lpstr>
      <vt:lpstr>Design &amp; Structure</vt:lpstr>
      <vt:lpstr>Data Structures &amp; File Handling</vt:lpstr>
      <vt:lpstr>Functionality Demonstration</vt:lpstr>
      <vt:lpstr>In the feedback.csv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Submission System</dc:title>
  <dc:creator>Пользователь</dc:creator>
  <cp:lastModifiedBy>Пользователь</cp:lastModifiedBy>
  <cp:revision>4</cp:revision>
  <dcterms:created xsi:type="dcterms:W3CDTF">2026-04-19T16:20:27Z</dcterms:created>
  <dcterms:modified xsi:type="dcterms:W3CDTF">2026-04-19T16:53:48Z</dcterms:modified>
</cp:coreProperties>
</file>